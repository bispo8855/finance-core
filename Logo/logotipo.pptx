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0" d="100"/>
          <a:sy n="110" d="100"/>
        </p:scale>
        <p:origin x="62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2E81B-49DC-4250-8726-6C3359C5E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60C79B-72E2-49DA-B3F9-80015EB19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628CB2-8476-4CBA-BC5D-B0C3482A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989CA9-09B7-404C-B0B4-96FF2892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85D9C9-7CC0-40B4-8437-09AEA33B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0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E9624-55FA-458D-89DB-75095285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6DDD26-1370-4322-ABEF-D00A41B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474B39-D404-4619-BF3D-85FD7630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53CCE5-C627-41D1-9CAC-57380D67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33D3A5-0F93-425A-BCC1-904ACB04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08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BEC02-9995-4DBF-AF33-5B8B330D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69A7F2-4914-493D-9126-5116B0C4E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215766-2430-4A26-81B8-53D9D902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D64554-7A76-433C-94B5-3854F1D9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AACA67-7C33-4B47-8BF1-7B93A9A1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16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CF94D-1BF8-4D2F-86FA-41312F5E5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FB0F1-C283-4BF2-B62C-B4968A0BF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814A2C-8185-4D48-969A-3C71964F1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CF4C5A-FFAE-4DC3-BDF3-DFB53692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5DBD7F-0BB8-4C2D-8857-A6570B24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E29AD1-9369-4F22-8C01-63B0F271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98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60380-8EBB-4F47-B0E2-B2FA3C7A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A9394D-40A0-42C8-90FE-AAF7D69CD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972AE9-BEBE-4C91-8E99-0785479AA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480C87-0BA0-480E-8AE1-620C5F4DE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6978236-7F3E-403D-8EC0-7B28899DF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549AA9D-0699-4909-AD13-2DB2A1C6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817A6A-E38B-4C20-8D44-C36F84D5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95C3B6F-CD66-4166-9348-8B6C57ED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847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1DDD3-CF18-4927-A768-F290173E6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E80BC6-50DE-417D-B3FC-A195114C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05B3C87-741A-4859-81C8-861F9C25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F6E205-669E-4FCC-9651-CC329C0C3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44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65CF7E-FBC2-428E-A6BD-3417949B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466979-39EE-47DE-9DA7-1AA17772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54111A-4BEC-429A-9D62-2DACB650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5108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5E936-141D-4B04-87DE-70D71D65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14C1BC-4A5E-4D8C-938C-466315C5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580805-4245-4472-9919-E658E5BD0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1AA9B1-3AA7-4A66-8293-B2D6A633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3C2F72-538C-4357-B043-C1727387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3AB805-5FCE-46F8-A108-DDC0C95B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30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17A66-1815-47FD-BDF2-CFC55491B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3CED4A7-1146-4889-93FF-72E0394D1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11E30F-196C-487C-8B7D-C5700AF42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3286F9-55C2-4DA1-B4DA-5E380158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D2F82D-C591-4181-9424-04C9674D1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A0B188-484E-4ED8-AF1F-DFE540BB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52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9F1FD-60E1-4F17-ABD1-0BFE9EF9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9FFFE1-16E8-447F-8B88-04113DA5B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AE52C5-774C-46B0-8FD8-C5E0BBD7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4C31DB-8B52-47B3-85F2-F17ACE07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02D4B6-4A9C-4E85-A049-22EE781B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10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0D0F68-A8DA-4246-A876-FECB392BC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B0369F-8045-4E19-9E85-A10D02D12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637237-5453-40D0-9156-C5627596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6EF0BA-9CC6-4FF8-A994-6A5AC65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385ED6-17BF-4FE2-87C5-DAFDAF3D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339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9805F8-812E-4B3B-A00C-F257BEDF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FA5A85-F0F6-4B67-95DE-5B56064A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B143B2-9020-4C21-BD0A-00D15D855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925CA-9CA6-4762-99F0-3BD407BFE769}" type="datetimeFigureOut">
              <a:rPr lang="pt-BR" smtClean="0"/>
              <a:t>24/03/2026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E72CBF-9A53-45CB-A9E5-7FF6EEB87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36C431-3EAB-463D-B6C9-2F535B3F9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BADF5-4EC0-4A8B-A0F8-0CC0B0F28D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44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F1EE4B0-3761-4536-A105-7ECFE58C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1" y="416312"/>
            <a:ext cx="4020111" cy="382005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E14B89B-3FB5-4572-A314-E500C5664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897" y="871993"/>
            <a:ext cx="8417584" cy="189891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23011D7-F230-483E-BD29-99AB9769F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990" y="101649"/>
            <a:ext cx="2324424" cy="60015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071806A-F568-453B-8047-0156BC8FD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333" y="1651934"/>
            <a:ext cx="16788161" cy="30491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EA69C11-C8A4-420A-B27C-A2284DB2A0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372" y="3312135"/>
            <a:ext cx="6035744" cy="24334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07ED34-C079-4575-B17C-2F0DDF554C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9231" y="5858682"/>
            <a:ext cx="9961567" cy="218625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ED0C2EF-1CB4-4995-88AA-99BCD2FEB7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355880"/>
            <a:ext cx="5382376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92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4E913CA-EAAB-4B83-B467-4536AC6C8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6" y="471582"/>
            <a:ext cx="1848689" cy="175669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DA252-584E-4A88-8CBE-0A014C9BAF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6" r="8305"/>
          <a:stretch/>
        </p:blipFill>
        <p:spPr>
          <a:xfrm>
            <a:off x="2832847" y="867865"/>
            <a:ext cx="3783106" cy="9641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5C6E490-9FDC-4C27-B7F8-031726B04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490" y="4124981"/>
            <a:ext cx="7748749" cy="140735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C86A48-F3F8-4A37-B40F-1EE70F3190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24" r="37710"/>
          <a:stretch/>
        </p:blipFill>
        <p:spPr>
          <a:xfrm>
            <a:off x="6615953" y="906873"/>
            <a:ext cx="2023172" cy="925117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20B4A25-7163-40CC-AF24-0F835C1AD96D}"/>
              </a:ext>
            </a:extLst>
          </p:cNvPr>
          <p:cNvCxnSpPr>
            <a:cxnSpLocks/>
          </p:cNvCxnSpPr>
          <p:nvPr/>
        </p:nvCxnSpPr>
        <p:spPr>
          <a:xfrm>
            <a:off x="3405756" y="2431473"/>
            <a:ext cx="5798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98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5E863-E195-4072-8102-793CC720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6A199-AD21-42B7-969C-BAB4D788C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2BA9EB6-B796-4785-8076-A4717299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" y="1237944"/>
            <a:ext cx="12050807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9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21E31-ADAA-445F-AEAA-70230C66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25C466-80D3-4F25-884C-8FFDCE96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FDA719-D898-4EF5-9F88-B6FCDA30A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0232"/>
            <a:ext cx="12192000" cy="527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23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Bispo</dc:creator>
  <cp:lastModifiedBy>Marcelo Bispo</cp:lastModifiedBy>
  <cp:revision>4</cp:revision>
  <dcterms:created xsi:type="dcterms:W3CDTF">2026-03-24T12:09:35Z</dcterms:created>
  <dcterms:modified xsi:type="dcterms:W3CDTF">2026-03-24T12:34:17Z</dcterms:modified>
</cp:coreProperties>
</file>